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310" r:id="rId5"/>
    <p:sldId id="288" r:id="rId6"/>
    <p:sldId id="298" r:id="rId7"/>
    <p:sldId id="299" r:id="rId8"/>
    <p:sldId id="301" r:id="rId9"/>
    <p:sldId id="302" r:id="rId10"/>
    <p:sldId id="303" r:id="rId11"/>
    <p:sldId id="304" r:id="rId12"/>
    <p:sldId id="305" r:id="rId13"/>
    <p:sldId id="307" r:id="rId14"/>
    <p:sldId id="308" r:id="rId15"/>
    <p:sldId id="309" r:id="rId16"/>
    <p:sldId id="31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28" userDrawn="1">
          <p15:clr>
            <a:srgbClr val="A4A3A4"/>
          </p15:clr>
        </p15:guide>
        <p15:guide id="2" pos="3864" userDrawn="1">
          <p15:clr>
            <a:srgbClr val="A4A3A4"/>
          </p15:clr>
        </p15:guide>
        <p15:guide id="3" pos="7512" userDrawn="1">
          <p15:clr>
            <a:srgbClr val="A4A3A4"/>
          </p15:clr>
        </p15:guide>
        <p15:guide id="4" pos="144" userDrawn="1">
          <p15:clr>
            <a:srgbClr val="A4A3A4"/>
          </p15:clr>
        </p15:guide>
        <p15:guide id="5" orient="horz" pos="624" userDrawn="1">
          <p15:clr>
            <a:srgbClr val="A4A3A4"/>
          </p15:clr>
        </p15:guide>
        <p15:guide id="6" orient="horz" pos="40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3390"/>
    <a:srgbClr val="FFFFFF"/>
    <a:srgbClr val="0475B7"/>
    <a:srgbClr val="29B683"/>
    <a:srgbClr val="55B841"/>
    <a:srgbClr val="0298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7BC71A-49DF-426E-B977-DD00EDF2FE1D}" v="74" dt="2025-09-03T12:42:42.47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52" autoAdjust="0"/>
  </p:normalViewPr>
  <p:slideViewPr>
    <p:cSldViewPr snapToGrid="0" showGuides="1">
      <p:cViewPr varScale="1">
        <p:scale>
          <a:sx n="112" d="100"/>
          <a:sy n="112" d="100"/>
        </p:scale>
        <p:origin x="552" y="96"/>
      </p:cViewPr>
      <p:guideLst>
        <p:guide orient="horz" pos="2328"/>
        <p:guide pos="3864"/>
        <p:guide pos="7512"/>
        <p:guide pos="144"/>
        <p:guide orient="horz" pos="624"/>
        <p:guide orient="horz" pos="405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mmad Rehman" userId="5d50cfaf-4745-4404-b991-94111e3b4aac" providerId="ADAL" clId="{9FC8160D-38CE-4E5F-87DD-2A9B5A55B7A4}"/>
    <pc:docChg chg="undo redo custSel addSld modSld">
      <pc:chgData name="Emmad Rehman" userId="5d50cfaf-4745-4404-b991-94111e3b4aac" providerId="ADAL" clId="{9FC8160D-38CE-4E5F-87DD-2A9B5A55B7A4}" dt="2025-09-03T12:42:42.477" v="252"/>
      <pc:docMkLst>
        <pc:docMk/>
      </pc:docMkLst>
      <pc:sldChg chg="addSp modSp mod">
        <pc:chgData name="Emmad Rehman" userId="5d50cfaf-4745-4404-b991-94111e3b4aac" providerId="ADAL" clId="{9FC8160D-38CE-4E5F-87DD-2A9B5A55B7A4}" dt="2025-09-03T11:54:01.179" v="16" actId="14100"/>
        <pc:sldMkLst>
          <pc:docMk/>
          <pc:sldMk cId="2387849042" sldId="256"/>
        </pc:sldMkLst>
        <pc:picChg chg="add mod">
          <ac:chgData name="Emmad Rehman" userId="5d50cfaf-4745-4404-b991-94111e3b4aac" providerId="ADAL" clId="{9FC8160D-38CE-4E5F-87DD-2A9B5A55B7A4}" dt="2025-09-03T11:54:01.179" v="16" actId="14100"/>
          <ac:picMkLst>
            <pc:docMk/>
            <pc:sldMk cId="2387849042" sldId="256"/>
            <ac:picMk id="3" creationId="{278D4A7C-97C4-F436-137B-4A8A08B7FCDE}"/>
          </ac:picMkLst>
        </pc:picChg>
      </pc:sldChg>
      <pc:sldChg chg="addSp delSp modSp mod">
        <pc:chgData name="Emmad Rehman" userId="5d50cfaf-4745-4404-b991-94111e3b4aac" providerId="ADAL" clId="{9FC8160D-38CE-4E5F-87DD-2A9B5A55B7A4}" dt="2025-09-03T12:16:36.426" v="221" actId="1582"/>
        <pc:sldMkLst>
          <pc:docMk/>
          <pc:sldMk cId="3630530933" sldId="288"/>
        </pc:sldMkLst>
        <pc:spChg chg="add del mod topLvl">
          <ac:chgData name="Emmad Rehman" userId="5d50cfaf-4745-4404-b991-94111e3b4aac" providerId="ADAL" clId="{9FC8160D-38CE-4E5F-87DD-2A9B5A55B7A4}" dt="2025-09-03T12:09:35.059" v="124" actId="478"/>
          <ac:spMkLst>
            <pc:docMk/>
            <pc:sldMk cId="3630530933" sldId="288"/>
            <ac:spMk id="2" creationId="{ED383B10-E259-DFC4-2530-BF356C2EB03F}"/>
          </ac:spMkLst>
        </pc:spChg>
        <pc:spChg chg="del mod">
          <ac:chgData name="Emmad Rehman" userId="5d50cfaf-4745-4404-b991-94111e3b4aac" providerId="ADAL" clId="{9FC8160D-38CE-4E5F-87DD-2A9B5A55B7A4}" dt="2025-09-03T11:55:40.657" v="34" actId="478"/>
          <ac:spMkLst>
            <pc:docMk/>
            <pc:sldMk cId="3630530933" sldId="288"/>
            <ac:spMk id="3" creationId="{76C5D45E-4559-9C4C-5F69-7451D52803CE}"/>
          </ac:spMkLst>
        </pc:spChg>
        <pc:spChg chg="add del mod topLvl">
          <ac:chgData name="Emmad Rehman" userId="5d50cfaf-4745-4404-b991-94111e3b4aac" providerId="ADAL" clId="{9FC8160D-38CE-4E5F-87DD-2A9B5A55B7A4}" dt="2025-09-03T12:10:13.869" v="134" actId="478"/>
          <ac:spMkLst>
            <pc:docMk/>
            <pc:sldMk cId="3630530933" sldId="288"/>
            <ac:spMk id="4" creationId="{BB4029D8-2917-5E75-952A-5129C13CD87C}"/>
          </ac:spMkLst>
        </pc:spChg>
        <pc:spChg chg="add mod topLvl">
          <ac:chgData name="Emmad Rehman" userId="5d50cfaf-4745-4404-b991-94111e3b4aac" providerId="ADAL" clId="{9FC8160D-38CE-4E5F-87DD-2A9B5A55B7A4}" dt="2025-09-03T12:16:36.426" v="221" actId="1582"/>
          <ac:spMkLst>
            <pc:docMk/>
            <pc:sldMk cId="3630530933" sldId="288"/>
            <ac:spMk id="5" creationId="{40F14FF6-54E1-DEE6-4BD1-C6B9E45F9696}"/>
          </ac:spMkLst>
        </pc:spChg>
        <pc:spChg chg="mod topLvl">
          <ac:chgData name="Emmad Rehman" userId="5d50cfaf-4745-4404-b991-94111e3b4aac" providerId="ADAL" clId="{9FC8160D-38CE-4E5F-87DD-2A9B5A55B7A4}" dt="2025-09-03T12:15:37.279" v="217" actId="115"/>
          <ac:spMkLst>
            <pc:docMk/>
            <pc:sldMk cId="3630530933" sldId="288"/>
            <ac:spMk id="7" creationId="{B71E1F4A-C3F2-71AD-1976-7DA77F021EBA}"/>
          </ac:spMkLst>
        </pc:spChg>
        <pc:spChg chg="add del mod topLvl">
          <ac:chgData name="Emmad Rehman" userId="5d50cfaf-4745-4404-b991-94111e3b4aac" providerId="ADAL" clId="{9FC8160D-38CE-4E5F-87DD-2A9B5A55B7A4}" dt="2025-09-03T12:10:08.933" v="132" actId="478"/>
          <ac:spMkLst>
            <pc:docMk/>
            <pc:sldMk cId="3630530933" sldId="288"/>
            <ac:spMk id="8" creationId="{6D9DEDAE-E7FC-D5C2-E781-8D8F7123555B}"/>
          </ac:spMkLst>
        </pc:spChg>
        <pc:spChg chg="add del mod">
          <ac:chgData name="Emmad Rehman" userId="5d50cfaf-4745-4404-b991-94111e3b4aac" providerId="ADAL" clId="{9FC8160D-38CE-4E5F-87DD-2A9B5A55B7A4}" dt="2025-09-03T11:55:43.514" v="35" actId="478"/>
          <ac:spMkLst>
            <pc:docMk/>
            <pc:sldMk cId="3630530933" sldId="288"/>
            <ac:spMk id="10" creationId="{C0E962A0-D436-62B8-DC4E-DCA073831ED2}"/>
          </ac:spMkLst>
        </pc:spChg>
        <pc:spChg chg="add mod topLvl">
          <ac:chgData name="Emmad Rehman" userId="5d50cfaf-4745-4404-b991-94111e3b4aac" providerId="ADAL" clId="{9FC8160D-38CE-4E5F-87DD-2A9B5A55B7A4}" dt="2025-09-03T12:16:36.426" v="221" actId="1582"/>
          <ac:spMkLst>
            <pc:docMk/>
            <pc:sldMk cId="3630530933" sldId="288"/>
            <ac:spMk id="14" creationId="{83BAE1B5-31CB-2A1A-9B17-8415BB536F01}"/>
          </ac:spMkLst>
        </pc:spChg>
        <pc:spChg chg="add mod topLvl">
          <ac:chgData name="Emmad Rehman" userId="5d50cfaf-4745-4404-b991-94111e3b4aac" providerId="ADAL" clId="{9FC8160D-38CE-4E5F-87DD-2A9B5A55B7A4}" dt="2025-09-03T12:16:36.426" v="221" actId="1582"/>
          <ac:spMkLst>
            <pc:docMk/>
            <pc:sldMk cId="3630530933" sldId="288"/>
            <ac:spMk id="15" creationId="{01C4F8D6-F6CF-3708-8798-0D1B1142E0BB}"/>
          </ac:spMkLst>
        </pc:spChg>
        <pc:spChg chg="add mod topLvl">
          <ac:chgData name="Emmad Rehman" userId="5d50cfaf-4745-4404-b991-94111e3b4aac" providerId="ADAL" clId="{9FC8160D-38CE-4E5F-87DD-2A9B5A55B7A4}" dt="2025-09-03T12:16:36.426" v="221" actId="1582"/>
          <ac:spMkLst>
            <pc:docMk/>
            <pc:sldMk cId="3630530933" sldId="288"/>
            <ac:spMk id="16" creationId="{60C783A3-BF5F-4F09-A4F8-D97C13F56517}"/>
          </ac:spMkLst>
        </pc:spChg>
        <pc:grpChg chg="add del mod topLvl">
          <ac:chgData name="Emmad Rehman" userId="5d50cfaf-4745-4404-b991-94111e3b4aac" providerId="ADAL" clId="{9FC8160D-38CE-4E5F-87DD-2A9B5A55B7A4}" dt="2025-09-03T12:02:31.572" v="87" actId="165"/>
          <ac:grpSpMkLst>
            <pc:docMk/>
            <pc:sldMk cId="3630530933" sldId="288"/>
            <ac:grpSpMk id="11" creationId="{7FCB308B-3467-45A2-4C5A-E4DAB5842AC6}"/>
          </ac:grpSpMkLst>
        </pc:grpChg>
        <pc:grpChg chg="add del mod">
          <ac:chgData name="Emmad Rehman" userId="5d50cfaf-4745-4404-b991-94111e3b4aac" providerId="ADAL" clId="{9FC8160D-38CE-4E5F-87DD-2A9B5A55B7A4}" dt="2025-09-03T12:01:16.925" v="62" actId="165"/>
          <ac:grpSpMkLst>
            <pc:docMk/>
            <pc:sldMk cId="3630530933" sldId="288"/>
            <ac:grpSpMk id="12" creationId="{1A60990F-08D6-9D44-9DB3-E62AA87D6BDD}"/>
          </ac:grpSpMkLst>
        </pc:grpChg>
        <pc:grpChg chg="add mod">
          <ac:chgData name="Emmad Rehman" userId="5d50cfaf-4745-4404-b991-94111e3b4aac" providerId="ADAL" clId="{9FC8160D-38CE-4E5F-87DD-2A9B5A55B7A4}" dt="2025-09-03T12:03:20.328" v="91" actId="164"/>
          <ac:grpSpMkLst>
            <pc:docMk/>
            <pc:sldMk cId="3630530933" sldId="288"/>
            <ac:grpSpMk id="13" creationId="{AF80A85D-904E-5BBF-B93D-2FEE10D67E14}"/>
          </ac:grpSpMkLst>
        </pc:grpChg>
        <pc:grpChg chg="add del mod">
          <ac:chgData name="Emmad Rehman" userId="5d50cfaf-4745-4404-b991-94111e3b4aac" providerId="ADAL" clId="{9FC8160D-38CE-4E5F-87DD-2A9B5A55B7A4}" dt="2025-09-03T12:15:55.529" v="218" actId="165"/>
          <ac:grpSpMkLst>
            <pc:docMk/>
            <pc:sldMk cId="3630530933" sldId="288"/>
            <ac:grpSpMk id="17" creationId="{BDA9FC52-3FD7-5CBB-17B4-5030DBD4B3E8}"/>
          </ac:grpSpMkLst>
        </pc:grpChg>
        <pc:picChg chg="mod">
          <ac:chgData name="Emmad Rehman" userId="5d50cfaf-4745-4404-b991-94111e3b4aac" providerId="ADAL" clId="{9FC8160D-38CE-4E5F-87DD-2A9B5A55B7A4}" dt="2025-09-03T12:11:30.419" v="150" actId="1076"/>
          <ac:picMkLst>
            <pc:docMk/>
            <pc:sldMk cId="3630530933" sldId="288"/>
            <ac:picMk id="6" creationId="{97B3FDE8-EC39-DF90-234B-D5F19EEDC504}"/>
          </ac:picMkLst>
        </pc:picChg>
      </pc:sldChg>
      <pc:sldChg chg="addSp delSp modSp mod setBg">
        <pc:chgData name="Emmad Rehman" userId="5d50cfaf-4745-4404-b991-94111e3b4aac" providerId="ADAL" clId="{9FC8160D-38CE-4E5F-87DD-2A9B5A55B7A4}" dt="2025-09-03T12:09:02.176" v="113" actId="26606"/>
        <pc:sldMkLst>
          <pc:docMk/>
          <pc:sldMk cId="4085980148" sldId="289"/>
        </pc:sldMkLst>
        <pc:spChg chg="mod">
          <ac:chgData name="Emmad Rehman" userId="5d50cfaf-4745-4404-b991-94111e3b4aac" providerId="ADAL" clId="{9FC8160D-38CE-4E5F-87DD-2A9B5A55B7A4}" dt="2025-09-03T12:09:02.176" v="113" actId="26606"/>
          <ac:spMkLst>
            <pc:docMk/>
            <pc:sldMk cId="4085980148" sldId="289"/>
            <ac:spMk id="2" creationId="{7CC9E3A9-C594-717A-2881-5009B33ADD97}"/>
          </ac:spMkLst>
        </pc:spChg>
        <pc:spChg chg="mod">
          <ac:chgData name="Emmad Rehman" userId="5d50cfaf-4745-4404-b991-94111e3b4aac" providerId="ADAL" clId="{9FC8160D-38CE-4E5F-87DD-2A9B5A55B7A4}" dt="2025-09-03T12:09:02.176" v="113" actId="26606"/>
          <ac:spMkLst>
            <pc:docMk/>
            <pc:sldMk cId="4085980148" sldId="289"/>
            <ac:spMk id="3" creationId="{086C0F4A-5300-541C-8C8C-A8E7954C7694}"/>
          </ac:spMkLst>
        </pc:spChg>
        <pc:spChg chg="add del">
          <ac:chgData name="Emmad Rehman" userId="5d50cfaf-4745-4404-b991-94111e3b4aac" providerId="ADAL" clId="{9FC8160D-38CE-4E5F-87DD-2A9B5A55B7A4}" dt="2025-09-03T12:08:37.769" v="108" actId="26606"/>
          <ac:spMkLst>
            <pc:docMk/>
            <pc:sldMk cId="4085980148" sldId="289"/>
            <ac:spMk id="8" creationId="{1709F1D5-B0F1-4714-A239-E5B61C161915}"/>
          </ac:spMkLst>
        </pc:spChg>
        <pc:spChg chg="add del">
          <ac:chgData name="Emmad Rehman" userId="5d50cfaf-4745-4404-b991-94111e3b4aac" providerId="ADAL" clId="{9FC8160D-38CE-4E5F-87DD-2A9B5A55B7A4}" dt="2025-09-03T12:08:37.769" v="108" actId="26606"/>
          <ac:spMkLst>
            <pc:docMk/>
            <pc:sldMk cId="4085980148" sldId="289"/>
            <ac:spMk id="10" creationId="{228FB460-D3FF-4440-A020-05982A09E517}"/>
          </ac:spMkLst>
        </pc:spChg>
        <pc:spChg chg="add del">
          <ac:chgData name="Emmad Rehman" userId="5d50cfaf-4745-4404-b991-94111e3b4aac" providerId="ADAL" clId="{9FC8160D-38CE-4E5F-87DD-2A9B5A55B7A4}" dt="2025-09-03T12:08:37.769" v="108" actId="26606"/>
          <ac:spMkLst>
            <pc:docMk/>
            <pc:sldMk cId="4085980148" sldId="289"/>
            <ac:spMk id="12" creationId="{14847E93-7DC1-4D4B-8829-B19AA7137C50}"/>
          </ac:spMkLst>
        </pc:spChg>
        <pc:spChg chg="add del">
          <ac:chgData name="Emmad Rehman" userId="5d50cfaf-4745-4404-b991-94111e3b4aac" providerId="ADAL" clId="{9FC8160D-38CE-4E5F-87DD-2A9B5A55B7A4}" dt="2025-09-03T12:08:37.769" v="108" actId="26606"/>
          <ac:spMkLst>
            <pc:docMk/>
            <pc:sldMk cId="4085980148" sldId="289"/>
            <ac:spMk id="14" creationId="{5566D6E1-03A1-4D73-A4E0-35D74D568A04}"/>
          </ac:spMkLst>
        </pc:spChg>
        <pc:spChg chg="add del">
          <ac:chgData name="Emmad Rehman" userId="5d50cfaf-4745-4404-b991-94111e3b4aac" providerId="ADAL" clId="{9FC8160D-38CE-4E5F-87DD-2A9B5A55B7A4}" dt="2025-09-03T12:09:02.176" v="113" actId="26606"/>
          <ac:spMkLst>
            <pc:docMk/>
            <pc:sldMk cId="4085980148" sldId="289"/>
            <ac:spMk id="15" creationId="{D5B0017B-2ECA-49AF-B397-DC140825DF8D}"/>
          </ac:spMkLst>
        </pc:spChg>
        <pc:spChg chg="add del">
          <ac:chgData name="Emmad Rehman" userId="5d50cfaf-4745-4404-b991-94111e3b4aac" providerId="ADAL" clId="{9FC8160D-38CE-4E5F-87DD-2A9B5A55B7A4}" dt="2025-09-03T12:08:37.769" v="108" actId="26606"/>
          <ac:spMkLst>
            <pc:docMk/>
            <pc:sldMk cId="4085980148" sldId="289"/>
            <ac:spMk id="16" creationId="{9F835A99-04AC-494A-A572-AFE8413CC938}"/>
          </ac:spMkLst>
        </pc:spChg>
        <pc:spChg chg="add del">
          <ac:chgData name="Emmad Rehman" userId="5d50cfaf-4745-4404-b991-94111e3b4aac" providerId="ADAL" clId="{9FC8160D-38CE-4E5F-87DD-2A9B5A55B7A4}" dt="2025-09-03T12:08:37.769" v="108" actId="26606"/>
          <ac:spMkLst>
            <pc:docMk/>
            <pc:sldMk cId="4085980148" sldId="289"/>
            <ac:spMk id="18" creationId="{7B786209-1B0B-4CA9-9BDD-F7327066A84D}"/>
          </ac:spMkLst>
        </pc:spChg>
        <pc:spChg chg="add del">
          <ac:chgData name="Emmad Rehman" userId="5d50cfaf-4745-4404-b991-94111e3b4aac" providerId="ADAL" clId="{9FC8160D-38CE-4E5F-87DD-2A9B5A55B7A4}" dt="2025-09-03T12:08:37.769" v="108" actId="26606"/>
          <ac:spMkLst>
            <pc:docMk/>
            <pc:sldMk cId="4085980148" sldId="289"/>
            <ac:spMk id="20" creationId="{2D2964BB-484D-45AE-AD66-D407D0629652}"/>
          </ac:spMkLst>
        </pc:spChg>
        <pc:spChg chg="add del">
          <ac:chgData name="Emmad Rehman" userId="5d50cfaf-4745-4404-b991-94111e3b4aac" providerId="ADAL" clId="{9FC8160D-38CE-4E5F-87DD-2A9B5A55B7A4}" dt="2025-09-03T12:08:37.769" v="108" actId="26606"/>
          <ac:spMkLst>
            <pc:docMk/>
            <pc:sldMk cId="4085980148" sldId="289"/>
            <ac:spMk id="22" creationId="{6691AC69-A76E-4DAB-B565-468B6B87ACF3}"/>
          </ac:spMkLst>
        </pc:spChg>
        <pc:spChg chg="add del">
          <ac:chgData name="Emmad Rehman" userId="5d50cfaf-4745-4404-b991-94111e3b4aac" providerId="ADAL" clId="{9FC8160D-38CE-4E5F-87DD-2A9B5A55B7A4}" dt="2025-09-03T12:09:02.176" v="113" actId="26606"/>
          <ac:spMkLst>
            <pc:docMk/>
            <pc:sldMk cId="4085980148" sldId="289"/>
            <ac:spMk id="24" creationId="{B6CDA21F-E7AF-4C75-8395-33F58D5B0E45}"/>
          </ac:spMkLst>
        </pc:spChg>
        <pc:grpChg chg="add del">
          <ac:chgData name="Emmad Rehman" userId="5d50cfaf-4745-4404-b991-94111e3b4aac" providerId="ADAL" clId="{9FC8160D-38CE-4E5F-87DD-2A9B5A55B7A4}" dt="2025-09-03T12:09:02.176" v="113" actId="26606"/>
          <ac:grpSpMkLst>
            <pc:docMk/>
            <pc:sldMk cId="4085980148" sldId="289"/>
            <ac:grpSpMk id="25" creationId="{AE1C45F0-260A-458C-96ED-C1F6D2151219}"/>
          </ac:grpSpMkLst>
        </pc:grpChg>
        <pc:cxnChg chg="add del">
          <ac:chgData name="Emmad Rehman" userId="5d50cfaf-4745-4404-b991-94111e3b4aac" providerId="ADAL" clId="{9FC8160D-38CE-4E5F-87DD-2A9B5A55B7A4}" dt="2025-09-03T12:09:02.176" v="113" actId="26606"/>
          <ac:cxnSpMkLst>
            <pc:docMk/>
            <pc:sldMk cId="4085980148" sldId="289"/>
            <ac:cxnSpMk id="17" creationId="{6CF1BAF6-AD41-4082-B212-8A1F9A2E8779}"/>
          </ac:cxnSpMkLst>
        </pc:cxnChg>
      </pc:sldChg>
      <pc:sldChg chg="addSp delSp modSp mod setBg">
        <pc:chgData name="Emmad Rehman" userId="5d50cfaf-4745-4404-b991-94111e3b4aac" providerId="ADAL" clId="{9FC8160D-38CE-4E5F-87DD-2A9B5A55B7A4}" dt="2025-09-03T12:42:42.477" v="252"/>
        <pc:sldMkLst>
          <pc:docMk/>
          <pc:sldMk cId="425435549" sldId="293"/>
        </pc:sldMkLst>
        <pc:spChg chg="add del mod">
          <ac:chgData name="Emmad Rehman" userId="5d50cfaf-4745-4404-b991-94111e3b4aac" providerId="ADAL" clId="{9FC8160D-38CE-4E5F-87DD-2A9B5A55B7A4}" dt="2025-09-03T12:19:18.759" v="231" actId="478"/>
          <ac:spMkLst>
            <pc:docMk/>
            <pc:sldMk cId="425435549" sldId="293"/>
            <ac:spMk id="2" creationId="{126B7176-1F04-DF15-FB60-D9B87839FFA8}"/>
          </ac:spMkLst>
        </pc:spChg>
        <pc:spChg chg="add del">
          <ac:chgData name="Emmad Rehman" userId="5d50cfaf-4745-4404-b991-94111e3b4aac" providerId="ADAL" clId="{9FC8160D-38CE-4E5F-87DD-2A9B5A55B7A4}" dt="2025-09-03T12:21:46.206" v="239" actId="26606"/>
          <ac:spMkLst>
            <pc:docMk/>
            <pc:sldMk cId="425435549" sldId="293"/>
            <ac:spMk id="3" creationId="{CBC59E9C-BBEA-08D8-6E00-F7AFD96F9E5E}"/>
          </ac:spMkLst>
        </pc:spChg>
        <pc:spChg chg="add mod">
          <ac:chgData name="Emmad Rehman" userId="5d50cfaf-4745-4404-b991-94111e3b4aac" providerId="ADAL" clId="{9FC8160D-38CE-4E5F-87DD-2A9B5A55B7A4}" dt="2025-09-03T12:21:46.190" v="238" actId="26606"/>
          <ac:spMkLst>
            <pc:docMk/>
            <pc:sldMk cId="425435549" sldId="293"/>
            <ac:spMk id="5" creationId="{9017C3FB-2C4A-84B9-960B-82968103A3C7}"/>
          </ac:spMkLst>
        </pc:spChg>
        <pc:spChg chg="add del">
          <ac:chgData name="Emmad Rehman" userId="5d50cfaf-4745-4404-b991-94111e3b4aac" providerId="ADAL" clId="{9FC8160D-38CE-4E5F-87DD-2A9B5A55B7A4}" dt="2025-09-03T12:07:07.358" v="98" actId="26606"/>
          <ac:spMkLst>
            <pc:docMk/>
            <pc:sldMk cId="425435549" sldId="293"/>
            <ac:spMk id="10" creationId="{BACC6370-2D7E-4714-9D71-7542949D7D5D}"/>
          </ac:spMkLst>
        </pc:spChg>
        <pc:spChg chg="add del">
          <ac:chgData name="Emmad Rehman" userId="5d50cfaf-4745-4404-b991-94111e3b4aac" providerId="ADAL" clId="{9FC8160D-38CE-4E5F-87DD-2A9B5A55B7A4}" dt="2025-09-03T12:21:46.190" v="238" actId="26606"/>
          <ac:spMkLst>
            <pc:docMk/>
            <pc:sldMk cId="425435549" sldId="293"/>
            <ac:spMk id="11" creationId="{AAD0DBB9-1A4B-4391-81D4-CB19F9AB918A}"/>
          </ac:spMkLst>
        </pc:spChg>
        <pc:spChg chg="add del">
          <ac:chgData name="Emmad Rehman" userId="5d50cfaf-4745-4404-b991-94111e3b4aac" providerId="ADAL" clId="{9FC8160D-38CE-4E5F-87DD-2A9B5A55B7A4}" dt="2025-09-03T12:07:07.358" v="98" actId="26606"/>
          <ac:spMkLst>
            <pc:docMk/>
            <pc:sldMk cId="425435549" sldId="293"/>
            <ac:spMk id="12" creationId="{256B2C21-A230-48C0-8DF1-C46611373C44}"/>
          </ac:spMkLst>
        </pc:spChg>
        <pc:spChg chg="add del">
          <ac:chgData name="Emmad Rehman" userId="5d50cfaf-4745-4404-b991-94111e3b4aac" providerId="ADAL" clId="{9FC8160D-38CE-4E5F-87DD-2A9B5A55B7A4}" dt="2025-09-03T12:21:46.190" v="238" actId="26606"/>
          <ac:spMkLst>
            <pc:docMk/>
            <pc:sldMk cId="425435549" sldId="293"/>
            <ac:spMk id="13" creationId="{BACC6370-2D7E-4714-9D71-7542949D7D5D}"/>
          </ac:spMkLst>
        </pc:spChg>
        <pc:spChg chg="add del">
          <ac:chgData name="Emmad Rehman" userId="5d50cfaf-4745-4404-b991-94111e3b4aac" providerId="ADAL" clId="{9FC8160D-38CE-4E5F-87DD-2A9B5A55B7A4}" dt="2025-09-03T12:07:07.358" v="98" actId="26606"/>
          <ac:spMkLst>
            <pc:docMk/>
            <pc:sldMk cId="425435549" sldId="293"/>
            <ac:spMk id="14" creationId="{3847E18C-932D-4C95-AABA-FEC7C9499AD7}"/>
          </ac:spMkLst>
        </pc:spChg>
        <pc:spChg chg="add del">
          <ac:chgData name="Emmad Rehman" userId="5d50cfaf-4745-4404-b991-94111e3b4aac" providerId="ADAL" clId="{9FC8160D-38CE-4E5F-87DD-2A9B5A55B7A4}" dt="2025-09-03T12:21:46.190" v="238" actId="26606"/>
          <ac:spMkLst>
            <pc:docMk/>
            <pc:sldMk cId="425435549" sldId="293"/>
            <ac:spMk id="15" creationId="{F68B3F68-107C-434F-AA38-110D5EA91B85}"/>
          </ac:spMkLst>
        </pc:spChg>
        <pc:spChg chg="add del">
          <ac:chgData name="Emmad Rehman" userId="5d50cfaf-4745-4404-b991-94111e3b4aac" providerId="ADAL" clId="{9FC8160D-38CE-4E5F-87DD-2A9B5A55B7A4}" dt="2025-09-03T12:07:07.358" v="98" actId="26606"/>
          <ac:spMkLst>
            <pc:docMk/>
            <pc:sldMk cId="425435549" sldId="293"/>
            <ac:spMk id="16" creationId="{3150CB11-0C61-439E-910F-5787759E72A0}"/>
          </ac:spMkLst>
        </pc:spChg>
        <pc:spChg chg="add del">
          <ac:chgData name="Emmad Rehman" userId="5d50cfaf-4745-4404-b991-94111e3b4aac" providerId="ADAL" clId="{9FC8160D-38CE-4E5F-87DD-2A9B5A55B7A4}" dt="2025-09-03T12:07:25.379" v="102" actId="26606"/>
          <ac:spMkLst>
            <pc:docMk/>
            <pc:sldMk cId="425435549" sldId="293"/>
            <ac:spMk id="17" creationId="{D5B0017B-2ECA-49AF-B397-DC140825DF8D}"/>
          </ac:spMkLst>
        </pc:spChg>
        <pc:spChg chg="add del">
          <ac:chgData name="Emmad Rehman" userId="5d50cfaf-4745-4404-b991-94111e3b4aac" providerId="ADAL" clId="{9FC8160D-38CE-4E5F-87DD-2A9B5A55B7A4}" dt="2025-09-03T12:07:07.358" v="98" actId="26606"/>
          <ac:spMkLst>
            <pc:docMk/>
            <pc:sldMk cId="425435549" sldId="293"/>
            <ac:spMk id="18" creationId="{43F8A58B-5155-44CE-A5FF-7647B47D0A7A}"/>
          </ac:spMkLst>
        </pc:spChg>
        <pc:spChg chg="add del">
          <ac:chgData name="Emmad Rehman" userId="5d50cfaf-4745-4404-b991-94111e3b4aac" providerId="ADAL" clId="{9FC8160D-38CE-4E5F-87DD-2A9B5A55B7A4}" dt="2025-09-03T12:07:07.358" v="98" actId="26606"/>
          <ac:spMkLst>
            <pc:docMk/>
            <pc:sldMk cId="425435549" sldId="293"/>
            <ac:spMk id="20" creationId="{443F2ACA-E6D6-4028-82DD-F03C262D5DE6}"/>
          </ac:spMkLst>
        </pc:spChg>
        <pc:spChg chg="add del">
          <ac:chgData name="Emmad Rehman" userId="5d50cfaf-4745-4404-b991-94111e3b4aac" providerId="ADAL" clId="{9FC8160D-38CE-4E5F-87DD-2A9B5A55B7A4}" dt="2025-09-03T12:21:46.190" v="238" actId="26606"/>
          <ac:spMkLst>
            <pc:docMk/>
            <pc:sldMk cId="425435549" sldId="293"/>
            <ac:spMk id="21" creationId="{063BBA22-50EA-4C4D-BE05-F1CE4E63AA56}"/>
          </ac:spMkLst>
        </pc:spChg>
        <pc:spChg chg="add del">
          <ac:chgData name="Emmad Rehman" userId="5d50cfaf-4745-4404-b991-94111e3b4aac" providerId="ADAL" clId="{9FC8160D-38CE-4E5F-87DD-2A9B5A55B7A4}" dt="2025-09-03T12:07:17.436" v="100" actId="26606"/>
          <ac:spMkLst>
            <pc:docMk/>
            <pc:sldMk cId="425435549" sldId="293"/>
            <ac:spMk id="22" creationId="{BACC6370-2D7E-4714-9D71-7542949D7D5D}"/>
          </ac:spMkLst>
        </pc:spChg>
        <pc:spChg chg="add del">
          <ac:chgData name="Emmad Rehman" userId="5d50cfaf-4745-4404-b991-94111e3b4aac" providerId="ADAL" clId="{9FC8160D-38CE-4E5F-87DD-2A9B5A55B7A4}" dt="2025-09-03T12:07:17.436" v="100" actId="26606"/>
          <ac:spMkLst>
            <pc:docMk/>
            <pc:sldMk cId="425435549" sldId="293"/>
            <ac:spMk id="23" creationId="{F68B3F68-107C-434F-AA38-110D5EA91B85}"/>
          </ac:spMkLst>
        </pc:spChg>
        <pc:spChg chg="add del">
          <ac:chgData name="Emmad Rehman" userId="5d50cfaf-4745-4404-b991-94111e3b4aac" providerId="ADAL" clId="{9FC8160D-38CE-4E5F-87DD-2A9B5A55B7A4}" dt="2025-09-03T12:07:17.436" v="100" actId="26606"/>
          <ac:spMkLst>
            <pc:docMk/>
            <pc:sldMk cId="425435549" sldId="293"/>
            <ac:spMk id="24" creationId="{AAD0DBB9-1A4B-4391-81D4-CB19F9AB918A}"/>
          </ac:spMkLst>
        </pc:spChg>
        <pc:spChg chg="add del">
          <ac:chgData name="Emmad Rehman" userId="5d50cfaf-4745-4404-b991-94111e3b4aac" providerId="ADAL" clId="{9FC8160D-38CE-4E5F-87DD-2A9B5A55B7A4}" dt="2025-09-03T12:07:17.436" v="100" actId="26606"/>
          <ac:spMkLst>
            <pc:docMk/>
            <pc:sldMk cId="425435549" sldId="293"/>
            <ac:spMk id="25" creationId="{063BBA22-50EA-4C4D-BE05-F1CE4E63AA56}"/>
          </ac:spMkLst>
        </pc:spChg>
        <pc:spChg chg="add del">
          <ac:chgData name="Emmad Rehman" userId="5d50cfaf-4745-4404-b991-94111e3b4aac" providerId="ADAL" clId="{9FC8160D-38CE-4E5F-87DD-2A9B5A55B7A4}" dt="2025-09-03T12:07:25.379" v="102" actId="26606"/>
          <ac:spMkLst>
            <pc:docMk/>
            <pc:sldMk cId="425435549" sldId="293"/>
            <ac:spMk id="28" creationId="{56E9B3E6-E277-4D68-BA48-9CB43FFBD6E2}"/>
          </ac:spMkLst>
        </pc:spChg>
        <pc:spChg chg="add del">
          <ac:chgData name="Emmad Rehman" userId="5d50cfaf-4745-4404-b991-94111e3b4aac" providerId="ADAL" clId="{9FC8160D-38CE-4E5F-87DD-2A9B5A55B7A4}" dt="2025-09-03T12:07:35.461" v="104" actId="26606"/>
          <ac:spMkLst>
            <pc:docMk/>
            <pc:sldMk cId="425435549" sldId="293"/>
            <ac:spMk id="33" creationId="{2E442304-DDBD-4F7B-8017-36BCC863FB40}"/>
          </ac:spMkLst>
        </pc:spChg>
        <pc:spChg chg="add del">
          <ac:chgData name="Emmad Rehman" userId="5d50cfaf-4745-4404-b991-94111e3b4aac" providerId="ADAL" clId="{9FC8160D-38CE-4E5F-87DD-2A9B5A55B7A4}" dt="2025-09-03T12:07:35.461" v="104" actId="26606"/>
          <ac:spMkLst>
            <pc:docMk/>
            <pc:sldMk cId="425435549" sldId="293"/>
            <ac:spMk id="34" creationId="{5E107275-3853-46FD-A241-DE4355A42675}"/>
          </ac:spMkLst>
        </pc:spChg>
        <pc:grpChg chg="add del">
          <ac:chgData name="Emmad Rehman" userId="5d50cfaf-4745-4404-b991-94111e3b4aac" providerId="ADAL" clId="{9FC8160D-38CE-4E5F-87DD-2A9B5A55B7A4}" dt="2025-09-03T12:07:25.379" v="102" actId="26606"/>
          <ac:grpSpMkLst>
            <pc:docMk/>
            <pc:sldMk cId="425435549" sldId="293"/>
            <ac:grpSpMk id="29" creationId="{AE1C45F0-260A-458C-96ED-C1F6D2151219}"/>
          </ac:grpSpMkLst>
        </pc:grpChg>
        <pc:graphicFrameChg chg="add del">
          <ac:chgData name="Emmad Rehman" userId="5d50cfaf-4745-4404-b991-94111e3b4aac" providerId="ADAL" clId="{9FC8160D-38CE-4E5F-87DD-2A9B5A55B7A4}" dt="2025-09-03T12:07:07.358" v="98" actId="26606"/>
          <ac:graphicFrameMkLst>
            <pc:docMk/>
            <pc:sldMk cId="425435549" sldId="293"/>
            <ac:graphicFrameMk id="6" creationId="{2404A9C6-61F7-C95B-F28A-D7A5C752DFC3}"/>
          </ac:graphicFrameMkLst>
        </pc:graphicFrameChg>
        <pc:graphicFrameChg chg="add del">
          <ac:chgData name="Emmad Rehman" userId="5d50cfaf-4745-4404-b991-94111e3b4aac" providerId="ADAL" clId="{9FC8160D-38CE-4E5F-87DD-2A9B5A55B7A4}" dt="2025-09-03T12:21:46.190" v="238" actId="26606"/>
          <ac:graphicFrameMkLst>
            <pc:docMk/>
            <pc:sldMk cId="425435549" sldId="293"/>
            <ac:graphicFrameMk id="9" creationId="{C71C23A2-C809-EFEC-C05C-7C6769DB5E02}"/>
          </ac:graphicFrameMkLst>
        </pc:graphicFrameChg>
        <pc:graphicFrameChg chg="add del">
          <ac:chgData name="Emmad Rehman" userId="5d50cfaf-4745-4404-b991-94111e3b4aac" providerId="ADAL" clId="{9FC8160D-38CE-4E5F-87DD-2A9B5A55B7A4}" dt="2025-09-03T12:07:17.436" v="100" actId="26606"/>
          <ac:graphicFrameMkLst>
            <pc:docMk/>
            <pc:sldMk cId="425435549" sldId="293"/>
            <ac:graphicFrameMk id="26" creationId="{47C61D13-34C5-B6E6-6E75-B05C84A675C2}"/>
          </ac:graphicFrameMkLst>
        </pc:graphicFrameChg>
        <pc:graphicFrameChg chg="add mod">
          <ac:chgData name="Emmad Rehman" userId="5d50cfaf-4745-4404-b991-94111e3b4aac" providerId="ADAL" clId="{9FC8160D-38CE-4E5F-87DD-2A9B5A55B7A4}" dt="2025-09-03T12:42:42.477" v="252"/>
          <ac:graphicFrameMkLst>
            <pc:docMk/>
            <pc:sldMk cId="425435549" sldId="293"/>
            <ac:graphicFrameMk id="27" creationId="{F160A095-4DDE-64E4-36D9-124481AB126F}"/>
          </ac:graphicFrameMkLst>
        </pc:graphicFrameChg>
        <pc:graphicFrameChg chg="add del">
          <ac:chgData name="Emmad Rehman" userId="5d50cfaf-4745-4404-b991-94111e3b4aac" providerId="ADAL" clId="{9FC8160D-38CE-4E5F-87DD-2A9B5A55B7A4}" dt="2025-09-03T12:07:25.379" v="102" actId="26606"/>
          <ac:graphicFrameMkLst>
            <pc:docMk/>
            <pc:sldMk cId="425435549" sldId="293"/>
            <ac:graphicFrameMk id="31" creationId="{EA61352D-348A-2F96-65D1-00F358CF21B2}"/>
          </ac:graphicFrameMkLst>
        </pc:graphicFrameChg>
        <pc:graphicFrameChg chg="add del">
          <ac:chgData name="Emmad Rehman" userId="5d50cfaf-4745-4404-b991-94111e3b4aac" providerId="ADAL" clId="{9FC8160D-38CE-4E5F-87DD-2A9B5A55B7A4}" dt="2025-09-03T12:07:35.461" v="104" actId="26606"/>
          <ac:graphicFrameMkLst>
            <pc:docMk/>
            <pc:sldMk cId="425435549" sldId="293"/>
            <ac:graphicFrameMk id="35" creationId="{DD66EC19-9EEB-7AA5-3C3F-85B5B70567D1}"/>
          </ac:graphicFrameMkLst>
        </pc:graphicFrameChg>
        <pc:graphicFrameChg chg="add del">
          <ac:chgData name="Emmad Rehman" userId="5d50cfaf-4745-4404-b991-94111e3b4aac" providerId="ADAL" clId="{9FC8160D-38CE-4E5F-87DD-2A9B5A55B7A4}" dt="2025-09-03T12:07:56.553" v="106" actId="26606"/>
          <ac:graphicFrameMkLst>
            <pc:docMk/>
            <pc:sldMk cId="425435549" sldId="293"/>
            <ac:graphicFrameMk id="37" creationId="{E5B9AF46-E1F5-06DD-80AD-CD0988983A75}"/>
          </ac:graphicFrameMkLst>
        </pc:graphicFrameChg>
        <pc:picChg chg="add del mod">
          <ac:chgData name="Emmad Rehman" userId="5d50cfaf-4745-4404-b991-94111e3b4aac" providerId="ADAL" clId="{9FC8160D-38CE-4E5F-87DD-2A9B5A55B7A4}" dt="2025-09-03T12:19:29.703" v="234" actId="478"/>
          <ac:picMkLst>
            <pc:docMk/>
            <pc:sldMk cId="425435549" sldId="293"/>
            <ac:picMk id="4" creationId="{6D74F676-7609-4A37-0378-98E868D79626}"/>
          </ac:picMkLst>
        </pc:picChg>
        <pc:picChg chg="add mod">
          <ac:chgData name="Emmad Rehman" userId="5d50cfaf-4745-4404-b991-94111e3b4aac" providerId="ADAL" clId="{9FC8160D-38CE-4E5F-87DD-2A9B5A55B7A4}" dt="2025-09-03T12:19:35.742" v="235"/>
          <ac:picMkLst>
            <pc:docMk/>
            <pc:sldMk cId="425435549" sldId="293"/>
            <ac:picMk id="7" creationId="{11E87A3C-7877-2463-0B83-CFD22EB226C6}"/>
          </ac:picMkLst>
        </pc:picChg>
        <pc:cxnChg chg="add del">
          <ac:chgData name="Emmad Rehman" userId="5d50cfaf-4745-4404-b991-94111e3b4aac" providerId="ADAL" clId="{9FC8160D-38CE-4E5F-87DD-2A9B5A55B7A4}" dt="2025-09-03T12:07:25.379" v="102" actId="26606"/>
          <ac:cxnSpMkLst>
            <pc:docMk/>
            <pc:sldMk cId="425435549" sldId="293"/>
            <ac:cxnSpMk id="19" creationId="{6CF1BAF6-AD41-4082-B212-8A1F9A2E8779}"/>
          </ac:cxnSpMkLst>
        </pc:cxnChg>
      </pc:sldChg>
      <pc:sldChg chg="add">
        <pc:chgData name="Emmad Rehman" userId="5d50cfaf-4745-4404-b991-94111e3b4aac" providerId="ADAL" clId="{9FC8160D-38CE-4E5F-87DD-2A9B5A55B7A4}" dt="2025-09-03T12:19:50.726" v="236" actId="2890"/>
        <pc:sldMkLst>
          <pc:docMk/>
          <pc:sldMk cId="3988684483" sldId="298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465D3EB-CBDD-4100-83B7-3BFE0A8F411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2B4595-A79D-4567-9FE1-DCF31A42B3D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5C0719-993D-42E1-80ED-8F01056F36C2}" type="datetimeFigureOut">
              <a:rPr lang="en-US" smtClean="0"/>
              <a:t>9/14/2025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0E452F-E862-4273-987C-980229E5320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EE394C-9AD7-48EA-AB0F-18032A3E097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0421AD-3AC0-48CB-8727-BB447FD226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1598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D3BC9C-6C58-464F-B94E-FD73C5FB016E}" type="datetimeFigureOut">
              <a:rPr lang="en-US" smtClean="0"/>
              <a:t>9/14/2025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60DC36-8EFA-4378-9855-E019C55AC4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7053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F864C-44C4-4000-952D-01F31BFB3F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392E06-C914-467E-9D4F-BD763EDA2D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EFBAF-82E9-49AD-B2CF-7D154E024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9/14/2025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D8006A-94B1-44F7-972D-56767EDE3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E7BFAB-D84B-45E1-A0BD-2516AC14F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564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07FBE-061D-452C-A8A6-213063CFD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A3535-1708-499D-B5D2-7D8F9FD182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06063-A112-49AB-80C8-504D99ECD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9/14/2025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44C8D5-F898-4318-A76D-1FBD87329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76EC76-E8E8-4FFA-B671-7FA2F3EF5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9287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2CABF-E3C1-431A-A69C-D4881CC43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584226-69DA-4211-B2C8-C29FD05A4A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F82DB-B518-40FD-8A66-44B874C05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9/14/2025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C1CCEE-725F-4745-837B-87EFB70E7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61522A-E0E6-406B-BF30-A7C7A5729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0041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C9BDC-6F21-4EF5-A8DD-E35E27EAC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68D5F-2AB6-42D3-A54E-AB3E603251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5AB07F-D5F7-402A-AE4E-027BF1CA91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108EDC-3863-43B9-93C7-37465DC73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9/14/2025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77D452-958D-4159-A9A4-16DD29680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9654B6-1460-48B9-AC7E-592F68BAB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4041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8C848-926A-4FD3-A311-A100A2662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8ECD90-B4F0-4DFB-BB3D-F231020789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5A6C3A-033E-474B-AB97-D8291A04E7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32B928-3A23-4FCA-AD1F-E45A467B54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DC8376-6FC6-4A11-B0DB-9A148E9C00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80206F-8846-425C-A56E-16FFBA442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9/14/2025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45E89F-12CF-4561-A5F2-1E05783A3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B4DFE4-927C-43B1-A061-5CB97FFB3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058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0E367-8DA0-4655-BCBC-F4280D864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EF9592-AA3C-4CF8-A5DB-4D010195A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9/14/2025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2C9377-F93E-4515-852A-26470775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ED076D-476B-42BA-8795-14FE6C1E6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5551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A599B4-6AB2-4190-82B5-7667EE1E9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9/14/2025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8FBFB3-AD86-4E39-B8AE-B4EC14528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A4AF55-C114-4B60-9A20-56B00A11B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8200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83DA1-5CB8-405D-9613-8A9B7BC56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42BB15-A24D-42E9-9CAE-BB82722630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F0849D-D3C3-462A-9751-4EAB0B914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80DD20-7A20-4574-98A4-427795876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9/14/2025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D0ED2B-71C4-421A-9DB0-676E00C10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C4572A-ADFC-4C53-BCA2-42BDF693B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0950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F5C67-EEEC-4AB0-9653-0F80D6B10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D50D6D-5277-4324-AF23-5FAF007834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275657-2BF9-4761-96B6-50EE3CFCFA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3C3F7B-A4C8-4F9D-8165-BC5186EA0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9/14/2025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696EA5-2FA2-464D-982F-C53E6426A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11B398-191B-4AB1-86ED-00D0046EA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6601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7B869-BFB2-4C20-8AB1-46704BB3D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F007DB-4F12-4428-9C48-5120DF0704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FA8DA-0E31-4CA6-BBFC-2467AAD1D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9/14/2025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4974BD-9845-459A-9AAA-12731E250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A71B0A-FDFB-4B2C-A9EC-2334C5900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1409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0B5D73-1652-4A8E-B5A3-101523D729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B7FB99-7425-444D-B602-01B672BCE8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EEA9C5-552A-48A1-AB54-ED54209B3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DA1498-92C7-4E4B-8045-C9195F453964}" type="datetimeFigureOut">
              <a:rPr lang="en-US" smtClean="0"/>
              <a:t>9/14/2025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83AAA3-4155-48FB-8F00-16DBE0C9C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694EAE-CB3C-4DEF-A66D-583C7AAC9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6804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38000"/>
            <a:lum/>
          </a:blip>
          <a:srcRect/>
          <a:stretch>
            <a:fillRect b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3445CA-54C1-4DDE-A216-DD2414E3F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06395A-6879-4E93-B24E-067F88AC1D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50FF5B-A6A6-4F0F-AA5D-3F0F69A43A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DA1498-92C7-4E4B-8045-C9195F453964}" type="datetimeFigureOut">
              <a:rPr lang="en-US" smtClean="0"/>
              <a:t>9/14/2025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8FAA-76CC-42EF-8BE0-466A41BBAB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49FF02-6890-4E10-B958-1097AD32C6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FEDF93-2BFD-41CA-ABC7-B039102F379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3789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jp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61665B3-D447-C8C7-71D3-F80EE86A4B79}"/>
              </a:ext>
            </a:extLst>
          </p:cNvPr>
          <p:cNvSpPr txBox="1"/>
          <p:nvPr/>
        </p:nvSpPr>
        <p:spPr>
          <a:xfrm>
            <a:off x="2639227" y="3044280"/>
            <a:ext cx="691354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083390"/>
                </a:solidFill>
                <a:latin typeface="Aptos Display" panose="020B0004020202020204" pitchFamily="34" charset="0"/>
              </a:rPr>
              <a:t>Inventory Data Analysis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9DFAC6F-FA85-79A9-1E20-D361C01429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99397" y="76911"/>
            <a:ext cx="1689218" cy="74866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3E80812-3053-6417-3AB1-6DE8126D1A9A}"/>
              </a:ext>
            </a:extLst>
          </p:cNvPr>
          <p:cNvSpPr txBox="1"/>
          <p:nvPr/>
        </p:nvSpPr>
        <p:spPr>
          <a:xfrm>
            <a:off x="4456545" y="4387272"/>
            <a:ext cx="3278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83390"/>
                </a:solidFill>
                <a:latin typeface="Aptos Display" panose="020B0004020202020204" pitchFamily="34" charset="0"/>
              </a:rPr>
              <a:t>Presented by Emaad Ur Rehman</a:t>
            </a:r>
          </a:p>
        </p:txBody>
      </p:sp>
    </p:spTree>
    <p:extLst>
      <p:ext uri="{BB962C8B-B14F-4D97-AF65-F5344CB8AC3E}">
        <p14:creationId xmlns:p14="http://schemas.microsoft.com/office/powerpoint/2010/main" val="3266062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97B3FDE8-EC39-DF90-234B-D5F19EEDC5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99397" y="76911"/>
            <a:ext cx="1689218" cy="748661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71E1F4A-C3F2-71AD-1976-7DA77F021EBA}"/>
              </a:ext>
            </a:extLst>
          </p:cNvPr>
          <p:cNvSpPr/>
          <p:nvPr/>
        </p:nvSpPr>
        <p:spPr>
          <a:xfrm>
            <a:off x="1388108" y="1016949"/>
            <a:ext cx="9415784" cy="1234867"/>
          </a:xfrm>
          <a:prstGeom prst="roundRect">
            <a:avLst/>
          </a:prstGeom>
          <a:solidFill>
            <a:srgbClr val="08339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Aptos Display" panose="020B0004020202020204" pitchFamily="34" charset="0"/>
              </a:rPr>
              <a:t>Procurement Operations Overview</a:t>
            </a:r>
            <a:endParaRPr lang="en-US" sz="3600" b="1" dirty="0">
              <a:latin typeface="Aptos Display" panose="020B00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0F14FF6-54E1-DEE6-4BD1-C6B9E45F9696}"/>
              </a:ext>
            </a:extLst>
          </p:cNvPr>
          <p:cNvSpPr/>
          <p:nvPr/>
        </p:nvSpPr>
        <p:spPr>
          <a:xfrm>
            <a:off x="6303240" y="3753741"/>
            <a:ext cx="2263143" cy="1481628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833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ptos" panose="020B0004020202020204" pitchFamily="34" charset="0"/>
              </a:rPr>
              <a:t>2,000+ Inventory Movements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in two months (Feb-Mar 2025).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3BAE1B5-31CB-2A1A-9B17-8415BB536F01}"/>
              </a:ext>
            </a:extLst>
          </p:cNvPr>
          <p:cNvSpPr/>
          <p:nvPr/>
        </p:nvSpPr>
        <p:spPr>
          <a:xfrm>
            <a:off x="947994" y="3753741"/>
            <a:ext cx="2263143" cy="1481628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833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ptos" panose="020B0004020202020204" pitchFamily="34" charset="0"/>
              </a:rPr>
              <a:t>$995,391.56 Total Spends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on procurement across 90 transactions.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1C4F8D6-F6CF-3708-8798-0D1B1142E0BB}"/>
              </a:ext>
            </a:extLst>
          </p:cNvPr>
          <p:cNvSpPr/>
          <p:nvPr/>
        </p:nvSpPr>
        <p:spPr>
          <a:xfrm>
            <a:off x="3625617" y="3753741"/>
            <a:ext cx="2263143" cy="1481628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833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ptos" panose="020B0004020202020204" pitchFamily="34" charset="0"/>
              </a:rPr>
              <a:t>32 Active Suppliers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serving 85 unique materials.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0C783A3-BF5F-4F09-A4F8-D97C13F56517}"/>
              </a:ext>
            </a:extLst>
          </p:cNvPr>
          <p:cNvSpPr/>
          <p:nvPr/>
        </p:nvSpPr>
        <p:spPr>
          <a:xfrm>
            <a:off x="8980863" y="3753741"/>
            <a:ext cx="2263143" cy="1481628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833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Aptos" panose="020B0004020202020204" pitchFamily="34" charset="0"/>
              </a:rPr>
              <a:t>4 Integrated Tables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with 13 movement types analyzed.</a:t>
            </a:r>
          </a:p>
        </p:txBody>
      </p:sp>
      <p:pic>
        <p:nvPicPr>
          <p:cNvPr id="2050" name="Picture 2" descr="Spending Icons - Free SVG &amp; PNG Spending Images - Noun Project">
            <a:extLst>
              <a:ext uri="{FF2B5EF4-FFF2-40B4-BE49-F238E27FC236}">
                <a16:creationId xmlns:a16="http://schemas.microsoft.com/office/drawing/2014/main" id="{B1404EAB-27E5-2078-C412-2220520629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1665" y="2589423"/>
            <a:ext cx="915800" cy="972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Supplier - Free industry icons">
            <a:extLst>
              <a:ext uri="{FF2B5EF4-FFF2-40B4-BE49-F238E27FC236}">
                <a16:creationId xmlns:a16="http://schemas.microsoft.com/office/drawing/2014/main" id="{4E572920-899A-1042-CD4F-48E495EC4C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8263" y="2589424"/>
            <a:ext cx="915799" cy="915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Inventory Management Icons - Free SVG &amp; PNG Inventory Management Images -  Noun Project">
            <a:extLst>
              <a:ext uri="{FF2B5EF4-FFF2-40B4-BE49-F238E27FC236}">
                <a16:creationId xmlns:a16="http://schemas.microsoft.com/office/drawing/2014/main" id="{263F524A-3D33-4D5A-0A79-FC3F2E8056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8677" y="2589423"/>
            <a:ext cx="1132268" cy="1024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Sql server - Free seo and web icons">
            <a:extLst>
              <a:ext uri="{FF2B5EF4-FFF2-40B4-BE49-F238E27FC236}">
                <a16:creationId xmlns:a16="http://schemas.microsoft.com/office/drawing/2014/main" id="{B8C71B80-7D6E-69E6-617D-9CDE1E4C30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5560" y="2589423"/>
            <a:ext cx="958741" cy="1024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05309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A3395-85AB-3F43-58CD-D46802AFD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DB4A4D6-FCD1-494B-E080-BDA9AFBB0B61}"/>
              </a:ext>
            </a:extLst>
          </p:cNvPr>
          <p:cNvSpPr/>
          <p:nvPr/>
        </p:nvSpPr>
        <p:spPr>
          <a:xfrm>
            <a:off x="1388108" y="1016949"/>
            <a:ext cx="9415784" cy="1234867"/>
          </a:xfrm>
          <a:prstGeom prst="roundRect">
            <a:avLst/>
          </a:prstGeom>
          <a:solidFill>
            <a:srgbClr val="08339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Aptos Display" panose="020B0004020202020204" pitchFamily="34" charset="0"/>
              </a:rPr>
              <a:t>Current Challenges Identified</a:t>
            </a:r>
            <a:endParaRPr lang="en-US" sz="3600" b="1" dirty="0">
              <a:latin typeface="Aptos Display" panose="020B0004020202020204" pitchFamily="34" charset="0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7BCD3E0-F86B-F793-22A8-F0B94B5B85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99397" y="76911"/>
            <a:ext cx="1689218" cy="74866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D6545B2-F3A0-CBF9-21CD-0BE095A78AB9}"/>
              </a:ext>
            </a:extLst>
          </p:cNvPr>
          <p:cNvSpPr/>
          <p:nvPr/>
        </p:nvSpPr>
        <p:spPr>
          <a:xfrm>
            <a:off x="1649514" y="2791802"/>
            <a:ext cx="932563" cy="932563"/>
          </a:xfrm>
          <a:prstGeom prst="rect">
            <a:avLst/>
          </a:prstGeom>
          <a:blipFill>
            <a:blip r:embed="rId4"/>
            <a:srcRect/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0795489-C17D-17CD-27A6-375CE0937A33}"/>
              </a:ext>
            </a:extLst>
          </p:cNvPr>
          <p:cNvSpPr/>
          <p:nvPr/>
        </p:nvSpPr>
        <p:spPr>
          <a:xfrm>
            <a:off x="4305628" y="3028053"/>
            <a:ext cx="712100" cy="777667"/>
          </a:xfrm>
          <a:prstGeom prst="rect">
            <a:avLst/>
          </a:prstGeom>
          <a:blipFill>
            <a:blip r:embed="rId5"/>
            <a:srcRect/>
            <a:stretch>
              <a:fillRect l="-30960" t="-32389" r="-34527" b="-26402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pic>
        <p:nvPicPr>
          <p:cNvPr id="15" name="Picture 14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E8A96F22-906F-382A-51C6-4CC73D32C89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4445" y="3028053"/>
            <a:ext cx="777667" cy="777667"/>
          </a:xfrm>
          <a:prstGeom prst="rect">
            <a:avLst/>
          </a:prstGeom>
        </p:spPr>
      </p:pic>
      <p:pic>
        <p:nvPicPr>
          <p:cNvPr id="17" name="Picture 16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410C732F-24B7-E484-FE99-14E1108C57A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4879" y="2866364"/>
            <a:ext cx="1054518" cy="1054518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3CEF345-D5B1-C972-9499-F17ECFB18612}"/>
              </a:ext>
            </a:extLst>
          </p:cNvPr>
          <p:cNvSpPr/>
          <p:nvPr/>
        </p:nvSpPr>
        <p:spPr>
          <a:xfrm>
            <a:off x="913854" y="4227613"/>
            <a:ext cx="2403881" cy="52282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833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Limited visibility into procurement patterns.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E0ABDE9-E019-3CCD-A9D7-42F3D923818E}"/>
              </a:ext>
            </a:extLst>
          </p:cNvPr>
          <p:cNvSpPr/>
          <p:nvPr/>
        </p:nvSpPr>
        <p:spPr>
          <a:xfrm>
            <a:off x="3481614" y="4234175"/>
            <a:ext cx="2403881" cy="52282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833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ct val="100000"/>
              </a:lnSpc>
            </a:pPr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Manual reporting processes.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46C3156-A834-E9A4-97B9-2834D1F7CBEB}"/>
              </a:ext>
            </a:extLst>
          </p:cNvPr>
          <p:cNvSpPr/>
          <p:nvPr/>
        </p:nvSpPr>
        <p:spPr>
          <a:xfrm>
            <a:off x="6096000" y="4227612"/>
            <a:ext cx="2403881" cy="52283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833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lnSpc>
                <a:spcPct val="100000"/>
              </a:lnSpc>
            </a:pPr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Fragmented data across multiple systems.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7C45F93-70A7-D922-2855-AAFCD79E98B9}"/>
              </a:ext>
            </a:extLst>
          </p:cNvPr>
          <p:cNvSpPr/>
          <p:nvPr/>
        </p:nvSpPr>
        <p:spPr>
          <a:xfrm>
            <a:off x="8670197" y="4227612"/>
            <a:ext cx="2403881" cy="52282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833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Reactive rather than strategic decisions.</a:t>
            </a:r>
          </a:p>
        </p:txBody>
      </p:sp>
    </p:spTree>
    <p:extLst>
      <p:ext uri="{BB962C8B-B14F-4D97-AF65-F5344CB8AC3E}">
        <p14:creationId xmlns:p14="http://schemas.microsoft.com/office/powerpoint/2010/main" val="39886844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5885C-E976-9C6F-17E3-03EBEBB76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7464E482-963B-6DC1-6ABB-77055F6456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99397" y="76911"/>
            <a:ext cx="1689218" cy="748661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35AA59A-4172-A051-FC32-AF58E574BCE0}"/>
              </a:ext>
            </a:extLst>
          </p:cNvPr>
          <p:cNvSpPr/>
          <p:nvPr/>
        </p:nvSpPr>
        <p:spPr>
          <a:xfrm>
            <a:off x="1388108" y="1016949"/>
            <a:ext cx="9415784" cy="1234867"/>
          </a:xfrm>
          <a:prstGeom prst="roundRect">
            <a:avLst/>
          </a:prstGeom>
          <a:solidFill>
            <a:srgbClr val="08339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Aptos Display" panose="020B0004020202020204" pitchFamily="34" charset="0"/>
              </a:rPr>
              <a:t>Hidden Risks in Procurement Operations</a:t>
            </a:r>
            <a:endParaRPr lang="en-US" sz="3600" b="1" dirty="0">
              <a:latin typeface="Aptos Display" panose="020B00040202020202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B8288DF-3B6F-A428-D329-C0359A0BE57C}"/>
              </a:ext>
            </a:extLst>
          </p:cNvPr>
          <p:cNvSpPr/>
          <p:nvPr/>
        </p:nvSpPr>
        <p:spPr>
          <a:xfrm>
            <a:off x="2558754" y="2479965"/>
            <a:ext cx="2811566" cy="4100297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833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u="sng" dirty="0">
                <a:solidFill>
                  <a:schemeClr val="tx1"/>
                </a:solidFill>
                <a:latin typeface="Aptos" panose="020B0004020202020204" pitchFamily="34" charset="0"/>
              </a:rPr>
              <a:t>High-Risk Concentrations</a:t>
            </a:r>
          </a:p>
          <a:p>
            <a:pPr algn="ctr"/>
            <a:endParaRPr lang="en-US" sz="1400" b="1" u="sng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 algn="ctr"/>
            <a:endParaRPr lang="en-US" sz="1400" b="1" u="sng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Aptos" panose="020B0004020202020204" pitchFamily="34" charset="0"/>
              </a:rPr>
              <a:t>35.3% spend concentrated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 with single supplier ($351,270) leading to supplier risk.</a:t>
            </a:r>
          </a:p>
          <a:p>
            <a:pPr algn="ctr"/>
            <a:endParaRPr lang="en-US" sz="1400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 algn="ctr"/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Top material represents </a:t>
            </a:r>
            <a:r>
              <a:rPr lang="en-US" sz="1400" b="1" dirty="0">
                <a:solidFill>
                  <a:schemeClr val="tx1"/>
                </a:solidFill>
                <a:latin typeface="Aptos" panose="020B0004020202020204" pitchFamily="34" charset="0"/>
              </a:rPr>
              <a:t>31.9% of total spend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 ($317,168).</a:t>
            </a:r>
          </a:p>
          <a:p>
            <a:pPr algn="ctr"/>
            <a:endParaRPr lang="en-US" sz="1400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 algn="ctr"/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Material Group 300YM accounts for </a:t>
            </a:r>
            <a:r>
              <a:rPr lang="en-US" sz="1400" b="1" dirty="0">
                <a:solidFill>
                  <a:schemeClr val="tx1"/>
                </a:solidFill>
                <a:latin typeface="Aptos" panose="020B0004020202020204" pitchFamily="34" charset="0"/>
              </a:rPr>
              <a:t>52.7% of procurement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764C254-2DB9-6B21-A1F0-31C330BDD578}"/>
              </a:ext>
            </a:extLst>
          </p:cNvPr>
          <p:cNvSpPr/>
          <p:nvPr/>
        </p:nvSpPr>
        <p:spPr>
          <a:xfrm>
            <a:off x="6821681" y="2479965"/>
            <a:ext cx="2811566" cy="4100297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833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u="sng" dirty="0">
                <a:solidFill>
                  <a:schemeClr val="tx1"/>
                </a:solidFill>
                <a:latin typeface="Aptos" panose="020B0004020202020204" pitchFamily="34" charset="0"/>
              </a:rPr>
              <a:t>Quality &amp; Operational Issues</a:t>
            </a:r>
          </a:p>
          <a:p>
            <a:pPr algn="ctr"/>
            <a:endParaRPr lang="en-US" sz="1400" b="1" u="sng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Aptos" panose="020B0004020202020204" pitchFamily="34" charset="0"/>
              </a:rPr>
              <a:t>10% Order Correction Rate 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across all procurement transactions.</a:t>
            </a:r>
          </a:p>
          <a:p>
            <a:pPr algn="ctr"/>
            <a:endParaRPr lang="en-US" sz="1400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Aptos" panose="020B0004020202020204" pitchFamily="34" charset="0"/>
              </a:rPr>
              <a:t>21.9% of suppliers handling complex materials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 requiring specification accuracy (7 out of 32).</a:t>
            </a:r>
          </a:p>
          <a:p>
            <a:pPr algn="ctr"/>
            <a:endParaRPr lang="en-US" sz="1400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Aptos" panose="020B0004020202020204" pitchFamily="34" charset="0"/>
              </a:rPr>
              <a:t>74.9% spending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 </a:t>
            </a:r>
            <a:r>
              <a:rPr lang="en-US" sz="1400" b="1" dirty="0">
                <a:solidFill>
                  <a:schemeClr val="tx1"/>
                </a:solidFill>
                <a:latin typeface="Aptos" panose="020B0004020202020204" pitchFamily="34" charset="0"/>
              </a:rPr>
              <a:t>in February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 only indicating extreme seasonal flux.</a:t>
            </a:r>
          </a:p>
          <a:p>
            <a:pPr algn="ctr"/>
            <a:endParaRPr lang="en-US" sz="1400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 algn="ctr"/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One supplier with </a:t>
            </a:r>
            <a:r>
              <a:rPr lang="en-US" sz="1400" b="1" dirty="0">
                <a:solidFill>
                  <a:schemeClr val="tx1"/>
                </a:solidFill>
                <a:latin typeface="Aptos" panose="020B0004020202020204" pitchFamily="34" charset="0"/>
              </a:rPr>
              <a:t>100% order complexity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181544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17777C-A982-563F-696C-559EA4A9C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411EB5A0-8424-BB8D-E44A-2BC7EBC063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99397" y="76911"/>
            <a:ext cx="1689218" cy="748661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9940249-74C4-3990-205F-152ABBB57B91}"/>
              </a:ext>
            </a:extLst>
          </p:cNvPr>
          <p:cNvSpPr/>
          <p:nvPr/>
        </p:nvSpPr>
        <p:spPr>
          <a:xfrm>
            <a:off x="1388108" y="1016949"/>
            <a:ext cx="9415784" cy="1234867"/>
          </a:xfrm>
          <a:prstGeom prst="roundRect">
            <a:avLst/>
          </a:prstGeom>
          <a:solidFill>
            <a:srgbClr val="08339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Aptos Display" panose="020B0004020202020204" pitchFamily="34" charset="0"/>
              </a:rPr>
              <a:t>Quality &amp; Operational Issues</a:t>
            </a:r>
            <a:endParaRPr lang="en-US" sz="3600" b="1" dirty="0">
              <a:latin typeface="Aptos Display" panose="020B0004020202020204" pitchFamily="34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D7C06A3-71E2-E10B-B722-7F29CE6399AC}"/>
              </a:ext>
            </a:extLst>
          </p:cNvPr>
          <p:cNvSpPr/>
          <p:nvPr/>
        </p:nvSpPr>
        <p:spPr>
          <a:xfrm>
            <a:off x="3416241" y="5468897"/>
            <a:ext cx="5359517" cy="47043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833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Supplier concentration analysis showing </a:t>
            </a:r>
            <a:r>
              <a:rPr lang="en-US" sz="1600" b="1" dirty="0">
                <a:solidFill>
                  <a:schemeClr val="tx1"/>
                </a:solidFill>
                <a:latin typeface="Aptos" panose="020B0004020202020204" pitchFamily="34" charset="0"/>
              </a:rPr>
              <a:t>top 20</a:t>
            </a:r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 suppliers.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507AB3A-D576-6A2A-332B-19C98E448DC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035" t="1" r="1035" b="1635"/>
          <a:stretch>
            <a:fillRect/>
          </a:stretch>
        </p:blipFill>
        <p:spPr>
          <a:xfrm>
            <a:off x="3773279" y="2347780"/>
            <a:ext cx="4645441" cy="2954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38647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4D22A-90E5-F5DB-DA7A-A1E4ED87D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4707A73B-D12A-B913-D338-34AFF732E4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99397" y="76911"/>
            <a:ext cx="1689218" cy="748661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FB93E51-E349-E132-BC2D-14503DC55862}"/>
              </a:ext>
            </a:extLst>
          </p:cNvPr>
          <p:cNvSpPr/>
          <p:nvPr/>
        </p:nvSpPr>
        <p:spPr>
          <a:xfrm>
            <a:off x="1388108" y="1016949"/>
            <a:ext cx="9415784" cy="1234867"/>
          </a:xfrm>
          <a:prstGeom prst="roundRect">
            <a:avLst/>
          </a:prstGeom>
          <a:solidFill>
            <a:srgbClr val="08339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Aptos Display" panose="020B0004020202020204" pitchFamily="34" charset="0"/>
              </a:rPr>
              <a:t>Quality &amp; Operational Issues</a:t>
            </a:r>
            <a:endParaRPr lang="en-US" sz="3600" b="1" dirty="0">
              <a:latin typeface="Aptos Display" panose="020B0004020202020204" pitchFamily="34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4D40BCB-CDDF-C4AA-CA8A-77A31FCFB95B}"/>
              </a:ext>
            </a:extLst>
          </p:cNvPr>
          <p:cNvSpPr/>
          <p:nvPr/>
        </p:nvSpPr>
        <p:spPr>
          <a:xfrm>
            <a:off x="3756773" y="5468897"/>
            <a:ext cx="4678453" cy="47043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833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Specification complexity analysis showing order correction rates by supplier.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6B04EF-EFF6-BA93-8CF8-A5B8ECA17C3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65" r="832" b="3291"/>
          <a:stretch>
            <a:fillRect/>
          </a:stretch>
        </p:blipFill>
        <p:spPr>
          <a:xfrm>
            <a:off x="2083748" y="3083521"/>
            <a:ext cx="8024501" cy="1676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7272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D2404-160D-7EC7-1C8F-BD75B9BAE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2C6F1971-375B-0ACE-B1BA-74C6253325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99397" y="76911"/>
            <a:ext cx="1689218" cy="748661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36EB0AC-CB80-7929-D39C-9A647520822E}"/>
              </a:ext>
            </a:extLst>
          </p:cNvPr>
          <p:cNvSpPr/>
          <p:nvPr/>
        </p:nvSpPr>
        <p:spPr>
          <a:xfrm>
            <a:off x="1388108" y="1016949"/>
            <a:ext cx="9415784" cy="1234867"/>
          </a:xfrm>
          <a:prstGeom prst="roundRect">
            <a:avLst/>
          </a:prstGeom>
          <a:solidFill>
            <a:srgbClr val="08339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atin typeface="Aptos Display" panose="020B0004020202020204" pitchFamily="34" charset="0"/>
              </a:rPr>
              <a:t>Four Strategic SQL Views for Complete Procurement Intelligence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49F1251-AE62-9451-382E-23EC11AC8F6D}"/>
              </a:ext>
            </a:extLst>
          </p:cNvPr>
          <p:cNvSpPr/>
          <p:nvPr/>
        </p:nvSpPr>
        <p:spPr>
          <a:xfrm>
            <a:off x="2498935" y="2479962"/>
            <a:ext cx="2811566" cy="3738785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833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u="sng" dirty="0">
                <a:solidFill>
                  <a:schemeClr val="tx1"/>
                </a:solidFill>
                <a:latin typeface="Aptos" panose="020B0004020202020204" pitchFamily="34" charset="0"/>
              </a:rPr>
              <a:t>Four Strategic SQL Views Created</a:t>
            </a:r>
          </a:p>
          <a:p>
            <a:pPr algn="ctr"/>
            <a:endParaRPr lang="en-US" sz="1400" b="1" u="sng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Aptos" panose="020B0004020202020204" pitchFamily="34" charset="0"/>
              </a:rPr>
              <a:t>Procurement Performance View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 - Transaction-level spend and price analysis.</a:t>
            </a: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Aptos" panose="020B0004020202020204" pitchFamily="34" charset="0"/>
              </a:rPr>
              <a:t>Supplier Performance Dashboard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 - Quality metrics and concentration analysis.</a:t>
            </a: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Aptos" panose="020B0004020202020204" pitchFamily="34" charset="0"/>
              </a:rPr>
              <a:t>Material Category Analysis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 - Category spend patterns and diversification.</a:t>
            </a: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Aptos" panose="020B0004020202020204" pitchFamily="34" charset="0"/>
              </a:rPr>
              <a:t>Inventory Movement Analysis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 - Complete operational flow visibility.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5292AF0-E522-9C22-BFF9-4AC864D61648}"/>
              </a:ext>
            </a:extLst>
          </p:cNvPr>
          <p:cNvSpPr/>
          <p:nvPr/>
        </p:nvSpPr>
        <p:spPr>
          <a:xfrm>
            <a:off x="6958412" y="2479963"/>
            <a:ext cx="2811566" cy="3738785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833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u="sng" dirty="0">
                <a:solidFill>
                  <a:schemeClr val="tx1"/>
                </a:solidFill>
                <a:latin typeface="Aptos" panose="020B0004020202020204" pitchFamily="34" charset="0"/>
              </a:rPr>
              <a:t>Technical Foundation</a:t>
            </a:r>
          </a:p>
          <a:p>
            <a:endParaRPr lang="en-US" sz="1600" b="1" u="sng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Aptos" panose="020B0004020202020204" pitchFamily="34" charset="0"/>
              </a:rPr>
              <a:t>Real-time data processing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 from existing systems.</a:t>
            </a: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Aptos" panose="020B0004020202020204" pitchFamily="34" charset="0"/>
              </a:rPr>
              <a:t>Automated calculation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 of key performance indicators.</a:t>
            </a: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Aptos" panose="020B0004020202020204" pitchFamily="34" charset="0"/>
              </a:rPr>
              <a:t>Standardized reporting 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across all procurement activities.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Foundation for </a:t>
            </a:r>
            <a:r>
              <a:rPr lang="en-US" sz="1400" b="1" dirty="0">
                <a:solidFill>
                  <a:schemeClr val="tx1"/>
                </a:solidFill>
                <a:latin typeface="Aptos" panose="020B0004020202020204" pitchFamily="34" charset="0"/>
              </a:rPr>
              <a:t>advanced analytics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 and </a:t>
            </a:r>
            <a:r>
              <a:rPr lang="en-US" sz="1400" b="1" dirty="0">
                <a:solidFill>
                  <a:schemeClr val="tx1"/>
                </a:solidFill>
                <a:latin typeface="Aptos" panose="020B0004020202020204" pitchFamily="34" charset="0"/>
              </a:rPr>
              <a:t>dashboards.</a:t>
            </a:r>
          </a:p>
          <a:p>
            <a:endParaRPr lang="en-US" sz="1400" b="1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endParaRPr lang="en-US" sz="1400" b="1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endParaRPr lang="en-US" sz="1400" b="1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5429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3C0A0-D575-D19E-0986-08B3E3D60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621E18E0-6508-3767-E38B-17087FF141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99397" y="76911"/>
            <a:ext cx="1689218" cy="748661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BF6B8D1-7249-0AC9-5EB6-39EB975BC0A6}"/>
              </a:ext>
            </a:extLst>
          </p:cNvPr>
          <p:cNvSpPr/>
          <p:nvPr/>
        </p:nvSpPr>
        <p:spPr>
          <a:xfrm>
            <a:off x="1388108" y="1016949"/>
            <a:ext cx="9415784" cy="1234867"/>
          </a:xfrm>
          <a:prstGeom prst="roundRect">
            <a:avLst/>
          </a:prstGeom>
          <a:solidFill>
            <a:srgbClr val="08339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atin typeface="Aptos Display" panose="020B0004020202020204" pitchFamily="34" charset="0"/>
              </a:rPr>
              <a:t>Turning Data into Strategic Intelligence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43AAABF-5386-195F-FF7F-6864029B4C69}"/>
              </a:ext>
            </a:extLst>
          </p:cNvPr>
          <p:cNvSpPr/>
          <p:nvPr/>
        </p:nvSpPr>
        <p:spPr>
          <a:xfrm>
            <a:off x="6002836" y="2929969"/>
            <a:ext cx="4499944" cy="247951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833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b="1" dirty="0">
                <a:solidFill>
                  <a:schemeClr val="tx1"/>
                </a:solidFill>
                <a:latin typeface="Aptos" panose="020B0004020202020204" pitchFamily="34" charset="0"/>
              </a:rPr>
              <a:t>Top Spending Analysis</a:t>
            </a:r>
          </a:p>
          <a:p>
            <a:endParaRPr lang="en-US" sz="1600" b="1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Material-level spend breakdown identifying cost drivers.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Unit price analysis across all materials.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Supplier count per material showing diversification opportunities.</a:t>
            </a:r>
          </a:p>
        </p:txBody>
      </p:sp>
      <p:pic>
        <p:nvPicPr>
          <p:cNvPr id="2" name="Content Placeholder 5">
            <a:extLst>
              <a:ext uri="{FF2B5EF4-FFF2-40B4-BE49-F238E27FC236}">
                <a16:creationId xmlns:a16="http://schemas.microsoft.com/office/drawing/2014/main" id="{DC978453-AA30-8B53-554C-1C5C57E27F2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/>
          <a:srcRect l="1994" r="1536" b="2858"/>
          <a:stretch>
            <a:fillRect/>
          </a:stretch>
        </p:blipFill>
        <p:spPr>
          <a:xfrm>
            <a:off x="1477818" y="2929969"/>
            <a:ext cx="4341091" cy="2408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4063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BF566-898E-9BC4-6B7D-75EDA0798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5AA898EB-73B0-335B-4318-DBE96E4E4A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99397" y="76911"/>
            <a:ext cx="1689218" cy="748661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CC81D26-6C39-4614-3889-94DDE2C6822C}"/>
              </a:ext>
            </a:extLst>
          </p:cNvPr>
          <p:cNvSpPr/>
          <p:nvPr/>
        </p:nvSpPr>
        <p:spPr>
          <a:xfrm>
            <a:off x="1388108" y="1016949"/>
            <a:ext cx="9415784" cy="1234867"/>
          </a:xfrm>
          <a:prstGeom prst="roundRect">
            <a:avLst/>
          </a:prstGeom>
          <a:solidFill>
            <a:srgbClr val="08339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atin typeface="Aptos Display" panose="020B0004020202020204" pitchFamily="34" charset="0"/>
              </a:rPr>
              <a:t>Category &amp; Movement Analysis</a:t>
            </a:r>
          </a:p>
        </p:txBody>
      </p:sp>
      <p:pic>
        <p:nvPicPr>
          <p:cNvPr id="2" name="Content Placeholder 5">
            <a:extLst>
              <a:ext uri="{FF2B5EF4-FFF2-40B4-BE49-F238E27FC236}">
                <a16:creationId xmlns:a16="http://schemas.microsoft.com/office/drawing/2014/main" id="{F92499B4-277F-9067-8E8F-48345C0353F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/>
          <a:srcRect l="2438" r="3267" b="4139"/>
          <a:stretch>
            <a:fillRect/>
          </a:stretch>
        </p:blipFill>
        <p:spPr>
          <a:xfrm>
            <a:off x="1496291" y="2777384"/>
            <a:ext cx="4184542" cy="200705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7351240-1406-C438-56EC-9CF87145630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050" t="7003" r="2228" b="6751"/>
          <a:stretch>
            <a:fillRect/>
          </a:stretch>
        </p:blipFill>
        <p:spPr>
          <a:xfrm>
            <a:off x="6096000" y="3195782"/>
            <a:ext cx="4599709" cy="1320800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73ACC1C-6989-16B1-F3B2-2B124CE28970}"/>
              </a:ext>
            </a:extLst>
          </p:cNvPr>
          <p:cNvSpPr/>
          <p:nvPr/>
        </p:nvSpPr>
        <p:spPr>
          <a:xfrm>
            <a:off x="1653644" y="5418307"/>
            <a:ext cx="4184542" cy="37215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833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Material category spending by group.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3A0F8E9-5B42-2E73-BD42-1977BA84103C}"/>
              </a:ext>
            </a:extLst>
          </p:cNvPr>
          <p:cNvSpPr/>
          <p:nvPr/>
        </p:nvSpPr>
        <p:spPr>
          <a:xfrm>
            <a:off x="6353814" y="5418307"/>
            <a:ext cx="4184542" cy="37215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833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Monthly spending patterns and seasonality.</a:t>
            </a:r>
          </a:p>
        </p:txBody>
      </p:sp>
    </p:spTree>
    <p:extLst>
      <p:ext uri="{BB962C8B-B14F-4D97-AF65-F5344CB8AC3E}">
        <p14:creationId xmlns:p14="http://schemas.microsoft.com/office/powerpoint/2010/main" val="28906624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82705-118A-E498-9FB0-D4135BD14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CB253915-6203-2789-0315-1168DF7A50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99397" y="76911"/>
            <a:ext cx="1689218" cy="748661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441A2EF-19FE-EDCE-7BA6-B083E85DC2F8}"/>
              </a:ext>
            </a:extLst>
          </p:cNvPr>
          <p:cNvSpPr/>
          <p:nvPr/>
        </p:nvSpPr>
        <p:spPr>
          <a:xfrm>
            <a:off x="1388108" y="1016949"/>
            <a:ext cx="9415784" cy="1234867"/>
          </a:xfrm>
          <a:prstGeom prst="roundRect">
            <a:avLst/>
          </a:prstGeom>
          <a:solidFill>
            <a:srgbClr val="08339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atin typeface="Aptos Display" panose="020B0004020202020204" pitchFamily="34" charset="0"/>
              </a:rPr>
              <a:t>Category &amp; Movement Analysis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3ECF3BE-CA12-C748-CEAB-F7C166D1BF89}"/>
              </a:ext>
            </a:extLst>
          </p:cNvPr>
          <p:cNvSpPr/>
          <p:nvPr/>
        </p:nvSpPr>
        <p:spPr>
          <a:xfrm>
            <a:off x="4003729" y="5460244"/>
            <a:ext cx="4184542" cy="37215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833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Aptos" panose="020B0004020202020204" pitchFamily="34" charset="0"/>
              </a:rPr>
              <a:t>Complete inventory movement type analysis.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A8FB932-538C-0ED3-F84C-7DEB022F759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50" r="1083" b="2882"/>
          <a:stretch>
            <a:fillRect/>
          </a:stretch>
        </p:blipFill>
        <p:spPr>
          <a:xfrm>
            <a:off x="1745673" y="2489676"/>
            <a:ext cx="8653724" cy="2710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9531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9926F-A976-2FF1-F9D8-779416BE7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85BF67BE-1942-9D4C-7441-1C3A054E51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99397" y="76911"/>
            <a:ext cx="1689218" cy="748661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3B149FE-8B91-9D04-BF4D-769D7A1BF9D6}"/>
              </a:ext>
            </a:extLst>
          </p:cNvPr>
          <p:cNvSpPr/>
          <p:nvPr/>
        </p:nvSpPr>
        <p:spPr>
          <a:xfrm>
            <a:off x="1388108" y="1016949"/>
            <a:ext cx="9415784" cy="1234867"/>
          </a:xfrm>
          <a:prstGeom prst="roundRect">
            <a:avLst/>
          </a:prstGeom>
          <a:solidFill>
            <a:srgbClr val="08339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Aptos Display" panose="020B0004020202020204" pitchFamily="34" charset="0"/>
              </a:rPr>
              <a:t>Key Discoveries</a:t>
            </a:r>
            <a:endParaRPr lang="en-US" sz="3600" b="1" dirty="0">
              <a:latin typeface="Aptos Display" panose="020B00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DDACE54-FB11-3F9C-E597-390B9EFD15FB}"/>
              </a:ext>
            </a:extLst>
          </p:cNvPr>
          <p:cNvSpPr/>
          <p:nvPr/>
        </p:nvSpPr>
        <p:spPr>
          <a:xfrm>
            <a:off x="4964428" y="3627688"/>
            <a:ext cx="2263143" cy="1481628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833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Clear seasonal procurement patterns requiring planning adjustments.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96898AD-BE1C-3A7F-B77E-5D7C314F7914}"/>
              </a:ext>
            </a:extLst>
          </p:cNvPr>
          <p:cNvSpPr/>
          <p:nvPr/>
        </p:nvSpPr>
        <p:spPr>
          <a:xfrm>
            <a:off x="1388108" y="3642644"/>
            <a:ext cx="2263143" cy="1481628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833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Single transactions driving major spend concentrations.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174A437-D2A2-C67A-5B8D-39155A8A50AC}"/>
              </a:ext>
            </a:extLst>
          </p:cNvPr>
          <p:cNvSpPr/>
          <p:nvPr/>
        </p:nvSpPr>
        <p:spPr>
          <a:xfrm>
            <a:off x="8540749" y="3642644"/>
            <a:ext cx="2263143" cy="1481628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833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</a:rPr>
              <a:t>Operational complexity with 13 different movement types.</a:t>
            </a:r>
          </a:p>
        </p:txBody>
      </p:sp>
      <p:pic>
        <p:nvPicPr>
          <p:cNvPr id="1026" name="Picture 2" descr="Transaction - Free business icons">
            <a:extLst>
              <a:ext uri="{FF2B5EF4-FFF2-40B4-BE49-F238E27FC236}">
                <a16:creationId xmlns:a16="http://schemas.microsoft.com/office/drawing/2014/main" id="{EDC71493-EC5C-61A2-2E94-9CC2820D52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8027" y="2590182"/>
            <a:ext cx="838818" cy="838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rocurement, increase, research, marketing, development, commerce,  competition icon - Download on Iconfinder">
            <a:extLst>
              <a:ext uri="{FF2B5EF4-FFF2-40B4-BE49-F238E27FC236}">
                <a16:creationId xmlns:a16="http://schemas.microsoft.com/office/drawing/2014/main" id="{A4B9D154-A7F7-158B-D77E-D898432D4F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6590" y="2590182"/>
            <a:ext cx="838818" cy="838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Complexity - Free miscellaneous icons">
            <a:extLst>
              <a:ext uri="{FF2B5EF4-FFF2-40B4-BE49-F238E27FC236}">
                <a16:creationId xmlns:a16="http://schemas.microsoft.com/office/drawing/2014/main" id="{8DB79115-A1FF-27E9-F428-E173492C23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9451" y="2590182"/>
            <a:ext cx="838818" cy="838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95755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55654-064C-0FE7-E2E0-74645F797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E12E5D18-2224-FB72-E4B5-8E52D6BB32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99397" y="76911"/>
            <a:ext cx="1689218" cy="748661"/>
          </a:xfrm>
          <a:prstGeom prst="rect">
            <a:avLst/>
          </a:prstGeom>
        </p:spPr>
      </p:pic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3AC92-0FEE-FECF-4457-B052E3706FFC}"/>
              </a:ext>
            </a:extLst>
          </p:cNvPr>
          <p:cNvSpPr/>
          <p:nvPr/>
        </p:nvSpPr>
        <p:spPr>
          <a:xfrm>
            <a:off x="1388108" y="1016949"/>
            <a:ext cx="9415784" cy="1234867"/>
          </a:xfrm>
          <a:prstGeom prst="roundRect">
            <a:avLst/>
          </a:prstGeom>
          <a:solidFill>
            <a:srgbClr val="08339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atin typeface="Aptos Display" panose="020B0004020202020204" pitchFamily="34" charset="0"/>
              </a:rPr>
              <a:t>From Reactive to Data-Driven Procurement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2F2A3D6-A31C-17D3-D38F-A8B702B4F1D6}"/>
              </a:ext>
            </a:extLst>
          </p:cNvPr>
          <p:cNvSpPr/>
          <p:nvPr/>
        </p:nvSpPr>
        <p:spPr>
          <a:xfrm>
            <a:off x="2558753" y="2443193"/>
            <a:ext cx="2811566" cy="3738785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833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u="sng" dirty="0">
                <a:solidFill>
                  <a:schemeClr val="tx1"/>
                </a:solidFill>
                <a:latin typeface="Aptos" panose="020B0004020202020204" pitchFamily="34" charset="0"/>
              </a:rPr>
              <a:t>Immediate Value Delivered</a:t>
            </a:r>
          </a:p>
          <a:p>
            <a:endParaRPr lang="en-US" sz="1400" b="1" u="sng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Aptos" panose="020B0004020202020204" pitchFamily="34" charset="0"/>
              </a:rPr>
              <a:t>Cost Optimization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: Unit price analysis reveals negotiation opportunities.</a:t>
            </a: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Aptos" panose="020B0004020202020204" pitchFamily="34" charset="0"/>
              </a:rPr>
              <a:t>Risk Management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: Supplier concentration and quality performance tracking.</a:t>
            </a: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Aptos" panose="020B0004020202020204" pitchFamily="34" charset="0"/>
              </a:rPr>
              <a:t>Quality Improvement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: Systematic monitoring of reversal patterns.</a:t>
            </a: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Aptos" panose="020B0004020202020204" pitchFamily="34" charset="0"/>
              </a:rPr>
              <a:t>Strategic Planning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: Historical trends enable accurate forecasting.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D579E8F-4344-3654-35A5-01377FDB834C}"/>
              </a:ext>
            </a:extLst>
          </p:cNvPr>
          <p:cNvSpPr/>
          <p:nvPr/>
        </p:nvSpPr>
        <p:spPr>
          <a:xfrm>
            <a:off x="6821683" y="2443193"/>
            <a:ext cx="2811566" cy="3738785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833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u="sng" dirty="0">
                <a:solidFill>
                  <a:schemeClr val="tx1"/>
                </a:solidFill>
                <a:latin typeface="Aptos" panose="020B0004020202020204" pitchFamily="34" charset="0"/>
              </a:rPr>
              <a:t>Expected Business Transformation</a:t>
            </a:r>
          </a:p>
          <a:p>
            <a:endParaRPr lang="en-US" sz="1400" b="1" u="sng" dirty="0">
              <a:solidFill>
                <a:schemeClr val="tx1"/>
              </a:solidFill>
              <a:latin typeface="Aptos" panose="020B0004020202020204" pitchFamily="34" charset="0"/>
            </a:endParaRP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Aptos" panose="020B0004020202020204" pitchFamily="34" charset="0"/>
              </a:rPr>
              <a:t>5-15% cost reduction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 through data-driven negotiations.</a:t>
            </a: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Aptos" panose="020B0004020202020204" pitchFamily="34" charset="0"/>
              </a:rPr>
              <a:t>Reduced quality issues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 through systematic supplier monitoring.</a:t>
            </a: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Aptos" panose="020B0004020202020204" pitchFamily="34" charset="0"/>
              </a:rPr>
              <a:t>Improved budget accuracy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 using historical spending patterns.</a:t>
            </a:r>
          </a:p>
          <a:p>
            <a:pPr algn="ctr"/>
            <a:r>
              <a:rPr lang="en-US" sz="1400" b="1" dirty="0">
                <a:solidFill>
                  <a:schemeClr val="tx1"/>
                </a:solidFill>
                <a:latin typeface="Aptos" panose="020B0004020202020204" pitchFamily="34" charset="0"/>
              </a:rPr>
              <a:t>Enhanced supplier relationships</a:t>
            </a:r>
            <a:r>
              <a:rPr lang="en-US" sz="1400" dirty="0">
                <a:solidFill>
                  <a:schemeClr val="tx1"/>
                </a:solidFill>
                <a:latin typeface="Aptos" panose="020B0004020202020204" pitchFamily="34" charset="0"/>
              </a:rPr>
              <a:t> based on objective performance data.</a:t>
            </a:r>
          </a:p>
        </p:txBody>
      </p:sp>
    </p:spTree>
    <p:extLst>
      <p:ext uri="{BB962C8B-B14F-4D97-AF65-F5344CB8AC3E}">
        <p14:creationId xmlns:p14="http://schemas.microsoft.com/office/powerpoint/2010/main" val="17851733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E99BF-D0B3-95BB-7AE3-A438F23A0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0533C1E-11EA-B085-D08B-30F77FAE5E21}"/>
              </a:ext>
            </a:extLst>
          </p:cNvPr>
          <p:cNvSpPr txBox="1"/>
          <p:nvPr/>
        </p:nvSpPr>
        <p:spPr>
          <a:xfrm>
            <a:off x="2639227" y="3044280"/>
            <a:ext cx="691354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083390"/>
                </a:solidFill>
                <a:latin typeface="Aptos Display" panose="020B0004020202020204" pitchFamily="34" charset="0"/>
              </a:rPr>
              <a:t>Questions?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3AC368C-D0DA-1AA9-335B-A20BBB3EEC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99397" y="76911"/>
            <a:ext cx="1689218" cy="74866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34A42A7-47E7-A6B5-0FCF-DC9D8B4C06AC}"/>
              </a:ext>
            </a:extLst>
          </p:cNvPr>
          <p:cNvSpPr txBox="1"/>
          <p:nvPr/>
        </p:nvSpPr>
        <p:spPr>
          <a:xfrm>
            <a:off x="4456545" y="4387272"/>
            <a:ext cx="3278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83390"/>
                </a:solidFill>
                <a:latin typeface="Aptos Display" panose="020B0004020202020204" pitchFamily="34" charset="0"/>
              </a:rPr>
              <a:t>THANK YOU!!</a:t>
            </a:r>
          </a:p>
        </p:txBody>
      </p:sp>
    </p:spTree>
    <p:extLst>
      <p:ext uri="{BB962C8B-B14F-4D97-AF65-F5344CB8AC3E}">
        <p14:creationId xmlns:p14="http://schemas.microsoft.com/office/powerpoint/2010/main" val="40553602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73">
      <a:dk1>
        <a:srgbClr val="000000"/>
      </a:dk1>
      <a:lt1>
        <a:sysClr val="window" lastClr="FFFFFF"/>
      </a:lt1>
      <a:dk2>
        <a:srgbClr val="585858"/>
      </a:dk2>
      <a:lt2>
        <a:srgbClr val="E3E3E3"/>
      </a:lt2>
      <a:accent1>
        <a:srgbClr val="E20613"/>
      </a:accent1>
      <a:accent2>
        <a:srgbClr val="A9C038"/>
      </a:accent2>
      <a:accent3>
        <a:srgbClr val="11AEC7"/>
      </a:accent3>
      <a:accent4>
        <a:srgbClr val="F59F26"/>
      </a:accent4>
      <a:accent5>
        <a:srgbClr val="0062A9"/>
      </a:accent5>
      <a:accent6>
        <a:srgbClr val="EB6047"/>
      </a:accent6>
      <a:hlink>
        <a:srgbClr val="8ED9F6"/>
      </a:hlink>
      <a:folHlink>
        <a:srgbClr val="C00000"/>
      </a:folHlink>
    </a:clrScheme>
    <a:fontScheme name="Modern 01">
      <a:majorFont>
        <a:latin typeface="Century Gothic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455520_Project analysis, from 24Slides_SL_V1.potx" id="{55E7247F-78B2-40DB-9AFE-D4DD42FA8F09}" vid="{22E2FD65-A32D-4798-AF43-CE42F250BDD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61A00BBF-EEBB-4E18-B8CB-F926EAAC48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FD05317-60D6-4B3A-8545-888496D1A8E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F609EDA-869E-4BE5-AE5D-B898C584B6FF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Project analysis, from 24Slides</Template>
  <TotalTime>1366</TotalTime>
  <Words>442</Words>
  <Application>Microsoft Office PowerPoint</Application>
  <PresentationFormat>Widescreen</PresentationFormat>
  <Paragraphs>82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Century Gothic</vt:lpstr>
      <vt:lpstr>Segoe UI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Emmad Rehman</dc:creator>
  <cp:lastModifiedBy>Emmad Rehman</cp:lastModifiedBy>
  <cp:revision>20</cp:revision>
  <dcterms:created xsi:type="dcterms:W3CDTF">2025-09-02T12:00:36Z</dcterms:created>
  <dcterms:modified xsi:type="dcterms:W3CDTF">2025-09-14T14:50:23Z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